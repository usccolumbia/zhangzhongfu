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武汉理工大学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历史 · 校园 · 学术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百年历史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1898年湖北工艺学堂起源</a:t>
            </a:r>
          </a:p>
          <a:p>
            <a:pPr/>
            <a:r>
              <a:t>百年工科教育传统</a:t>
            </a:r>
          </a:p>
          <a:p>
            <a:pPr/>
            <a:r>
              <a:t>服务国家工业发展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三校合并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2000年三校合并</a:t>
            </a:r>
          </a:p>
          <a:p>
            <a:pPr/>
            <a:r>
              <a:t>武汉工业大学（建材）</a:t>
            </a:r>
          </a:p>
          <a:p>
            <a:pPr/>
            <a:r>
              <a:t>武汉交通科技大学（水运）</a:t>
            </a:r>
          </a:p>
          <a:p>
            <a:pPr/>
            <a:r>
              <a:t>武汉汽车工业大学（汽车工程）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学科优势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建材建工：国内领先</a:t>
            </a:r>
          </a:p>
          <a:p>
            <a:pPr/>
            <a:r>
              <a:t>交通运输：水运特色</a:t>
            </a:r>
          </a:p>
          <a:p>
            <a:pPr/>
            <a:r>
              <a:t>汽车工程：行业重要基地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校园环境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南湖、马房山、余家头三大校区</a:t>
            </a:r>
          </a:p>
          <a:p>
            <a:pPr/>
            <a:r>
              <a:t>自然与人文融合</a:t>
            </a:r>
          </a:p>
          <a:p>
            <a:pPr/>
            <a:r>
              <a:t>学习氛围浓厚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图书馆特色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南湖图书馆：现代化</a:t>
            </a:r>
          </a:p>
          <a:p>
            <a:pPr/>
            <a:r>
              <a:t>东院：历史沉淀</a:t>
            </a:r>
          </a:p>
          <a:p>
            <a:pPr/>
            <a:r>
              <a:t>西院：学术氛围</a:t>
            </a:r>
          </a:p>
          <a:p>
            <a:pPr/>
            <a:r>
              <a:t>余家头：航运特色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校园风光</a:t>
            </a:r>
          </a:p>
        </p:txBody>
      </p:sp>
      <p:pic>
        <p:nvPicPr>
          <p:cNvPr id="3" name="Picture 2" descr="武汉理工大学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11513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南湖图书馆</a:t>
            </a:r>
          </a:p>
        </p:txBody>
      </p:sp>
      <p:pic>
        <p:nvPicPr>
          <p:cNvPr id="3" name="Picture 2" descr="武汉理工大学 新图书馆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283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腾飞广场</a:t>
            </a:r>
          </a:p>
        </p:txBody>
      </p:sp>
      <p:pic>
        <p:nvPicPr>
          <p:cNvPr id="3" name="Picture 2" descr="武汉工学院 腾飞广场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校园景观</a:t>
            </a:r>
          </a:p>
        </p:txBody>
      </p:sp>
      <p:pic>
        <p:nvPicPr>
          <p:cNvPr id="3" name="Picture 2" descr="guizhuyuan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86793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总结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百年积淀</a:t>
            </a:r>
          </a:p>
          <a:p>
            <a:pPr/>
            <a:r>
              <a:t>特色鲜明</a:t>
            </a:r>
          </a:p>
          <a:p>
            <a:pPr/>
            <a:r>
              <a:t>面向未来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